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96C75-33C3-E29C-FECD-68B8453E0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E3BB16-5A1C-CFB5-849C-FFE82B8FE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F99A18-3D62-5A80-36A2-27D732F7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605C87-CB5D-BE6D-1231-7462F9538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4FBE6-ED34-CE21-890A-1AB551B4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46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A943C-5FBC-17AD-0E26-E4AED6F8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8578A-FBB3-3C19-18DC-4DEB5C4AC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FA3A02-9173-8698-CDDE-D4BEDFF9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680A36-9CD9-BB0A-37A7-313DAF89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2BF1BA-FDA3-9ECE-D7BA-0C648351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A1B69-F288-4C64-03FB-5C3AFCAA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3857BD-2146-D681-E568-D15182F91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3735F6-93C2-C3DC-5C4E-007BD29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459677-5BC2-F44D-84D5-FDA7191F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B13D6F-8B56-7684-A579-DA5D46F98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673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00161-C9B6-6A7B-F1AC-89FEA72B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FC81BA-C555-3616-145F-A9D2B25BF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C18BD7-860C-5053-8F42-831ACF466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0C93EC-DC7E-77F2-163F-848DF5F8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7F058B-4646-3EF8-EE5F-7C55E186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973BFF-8E92-086F-13FB-D98C253F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19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F9D5D-CEDC-7939-C3EB-401826F0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4D2E3D-0B8C-2077-63AA-F455C31AD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57457B-7C5F-65B6-7184-1AAAA562F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D6A4BA-C2D8-31CE-F1AA-0000336CA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641A3E-AB3E-CAEC-AD74-ABFAEA9EC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9851D9-7960-2920-176C-26C0A0C3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104383-B5D5-0C4C-2217-D005C5CE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3D3124-1C96-72DD-1D18-40DDFAFA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33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139F2-B025-BE7C-ABAF-D8B4A033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B71A40B-193B-6CF7-3CBC-4B871880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0778C3A-EF11-448F-42B5-3669E9F9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FEFC44-404C-E144-F214-178A437B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27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DE795A-F305-5EB6-3E89-B65E4003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A640BB4-80DC-9453-9F61-FB40B59AD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17E8CB-799D-AB0F-74CF-6CAB72FA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65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89FEE-A817-0176-6CDD-DE97B4058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2270B3-DE38-58AD-0B66-D42A54CD2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B316FD-E50C-2EE8-A275-F2182CC72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529A66-5D45-D272-A465-0F4D4A4B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6702A4-0B3F-5623-53DD-E218D7FE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8DBD62-6861-E902-A948-8B0A6DB5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95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58976-44AB-2DB4-955E-E7EDDCC5F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A770B2-CDBE-E634-47A4-DB965E17F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BAC4182-B9E5-5954-907E-5E3A8461F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A850BA-D7DC-50F9-7E24-726636F2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53EF2B-6470-6867-6058-9DF4C462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8D14D5-1267-0AC9-0A15-77D5DB08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42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C6915-56B1-D183-5240-9AE36C1A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B6A424-AD47-4C45-CCA8-E0756A765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FC45B1-FF58-9EF4-99C3-5C634344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187FC9-2870-2011-263E-61883C7C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0C70CE-7B54-4A03-2908-9C3742C4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52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98E08B-0CFA-57BC-F141-C6194EB5B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2359EC-9A3D-ED69-7A76-0910055ED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50955F-4CB5-D847-9337-7BC2B4609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8AD9FD-3701-1FB5-F2D1-B7CE182C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AD6502-2073-0CB1-53D6-3DC98583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72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FA590BE-1E41-9D45-E1C0-37D1E5934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139809-2003-BBAF-A9B0-9430890B6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D6257C-69D8-50CF-9574-FEE7E4EF3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1B0C7-C331-4B5D-84C0-4B09189F7066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2721AE-5A08-F14E-CA21-C7A4999DC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BF069A-60FB-535E-42DC-9ACD3EC08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B8F93-6561-4ACB-8A83-1BA84A1A89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44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AF43E-539C-4D68-5716-903C015B4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415" y="302434"/>
            <a:ext cx="9144000" cy="835833"/>
          </a:xfrm>
        </p:spPr>
        <p:txBody>
          <a:bodyPr>
            <a:normAutofit fontScale="90000"/>
          </a:bodyPr>
          <a:lstStyle/>
          <a:p>
            <a:r>
              <a:rPr lang="pt-BR" dirty="0"/>
              <a:t>Lista 02 - Javascript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BCB11DA-CD37-7605-F201-5F558C915683}"/>
              </a:ext>
            </a:extLst>
          </p:cNvPr>
          <p:cNvSpPr txBox="1"/>
          <p:nvPr/>
        </p:nvSpPr>
        <p:spPr>
          <a:xfrm>
            <a:off x="543465" y="1545494"/>
            <a:ext cx="898009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pt-BR" sz="2000" b="1" dirty="0"/>
              <a:t>Cálculo de Raio e Área de um Círculo</a:t>
            </a:r>
            <a:br>
              <a:rPr lang="pt-BR" sz="2000" dirty="0"/>
            </a:br>
            <a:r>
              <a:rPr lang="pt-BR" sz="2000" dirty="0"/>
              <a:t>Receba o raio de um círculo e calcule a </a:t>
            </a:r>
            <a:r>
              <a:rPr lang="pt-BR" sz="2000" b="1" dirty="0"/>
              <a:t>área</a:t>
            </a:r>
            <a:r>
              <a:rPr lang="pt-BR" sz="2000" dirty="0"/>
              <a:t> (π×r2\pi \times r^2π×r2) e o </a:t>
            </a:r>
            <a:r>
              <a:rPr lang="pt-BR" sz="2000" b="1" dirty="0"/>
              <a:t>diâmetro</a:t>
            </a:r>
            <a:r>
              <a:rPr lang="pt-BR" sz="2000" dirty="0"/>
              <a:t> (2×r2 \times r2×r).</a:t>
            </a:r>
          </a:p>
          <a:p>
            <a:endParaRPr lang="pt-BR" sz="2000" dirty="0"/>
          </a:p>
          <a:p>
            <a:r>
              <a:rPr lang="pt-BR" sz="2000" b="1" dirty="0"/>
              <a:t>2. Verificador de Número Par ou Ímpar</a:t>
            </a:r>
            <a:br>
              <a:rPr lang="pt-BR" sz="2000" dirty="0"/>
            </a:br>
            <a:r>
              <a:rPr lang="pt-BR" sz="2000" dirty="0"/>
              <a:t>Receba um número do usuário e informe se ele é </a:t>
            </a:r>
            <a:r>
              <a:rPr lang="pt-BR" sz="2000" b="1" dirty="0"/>
              <a:t>par</a:t>
            </a:r>
            <a:r>
              <a:rPr lang="pt-BR" sz="2000" dirty="0"/>
              <a:t> ou </a:t>
            </a:r>
            <a:r>
              <a:rPr lang="pt-BR" sz="2000" b="1" dirty="0"/>
              <a:t>ímpar</a:t>
            </a:r>
            <a:r>
              <a:rPr lang="pt-BR" sz="2000" dirty="0"/>
              <a:t>.</a:t>
            </a:r>
          </a:p>
          <a:p>
            <a:endParaRPr lang="pt-BR" sz="2000" dirty="0"/>
          </a:p>
          <a:p>
            <a:r>
              <a:rPr lang="pt-BR" sz="2000" b="1" dirty="0"/>
              <a:t>3. Cálculo do Tempo de Viagem</a:t>
            </a:r>
            <a:br>
              <a:rPr lang="pt-BR" sz="2000" dirty="0"/>
            </a:br>
            <a:r>
              <a:rPr lang="pt-BR" sz="2000" dirty="0"/>
              <a:t>Receba a </a:t>
            </a:r>
            <a:r>
              <a:rPr lang="pt-BR" sz="2000" b="1" dirty="0"/>
              <a:t>distância</a:t>
            </a:r>
            <a:r>
              <a:rPr lang="pt-BR" sz="2000" dirty="0"/>
              <a:t> (km) e a </a:t>
            </a:r>
            <a:r>
              <a:rPr lang="pt-BR" sz="2000" b="1" dirty="0"/>
              <a:t>velocidade média</a:t>
            </a:r>
            <a:r>
              <a:rPr lang="pt-BR" sz="2000" dirty="0"/>
              <a:t> (km/h) de um veículo e calcule o </a:t>
            </a:r>
            <a:r>
              <a:rPr lang="pt-BR" sz="2000" b="1" dirty="0"/>
              <a:t>tempo de viagem</a:t>
            </a:r>
            <a:r>
              <a:rPr lang="pt-BR" sz="2000" dirty="0"/>
              <a:t> em horas.</a:t>
            </a:r>
          </a:p>
          <a:p>
            <a:endParaRPr lang="pt-BR" sz="2000" dirty="0"/>
          </a:p>
          <a:p>
            <a:r>
              <a:rPr lang="pt-BR" sz="2000" b="1" dirty="0"/>
              <a:t>4. Conversor de Moeda</a:t>
            </a:r>
            <a:br>
              <a:rPr lang="pt-BR" sz="2000" dirty="0"/>
            </a:br>
            <a:r>
              <a:rPr lang="pt-BR" sz="2000" dirty="0"/>
              <a:t>Receba um valor em </a:t>
            </a:r>
            <a:r>
              <a:rPr lang="pt-BR" sz="2000" b="1" dirty="0"/>
              <a:t>dólares</a:t>
            </a:r>
            <a:r>
              <a:rPr lang="pt-BR" sz="2000" dirty="0"/>
              <a:t> e a </a:t>
            </a:r>
            <a:r>
              <a:rPr lang="pt-BR" sz="2000" b="1" dirty="0"/>
              <a:t>cotação do dólar</a:t>
            </a:r>
            <a:r>
              <a:rPr lang="pt-BR" sz="2000" dirty="0"/>
              <a:t> e converta o valor para reais.</a:t>
            </a:r>
          </a:p>
        </p:txBody>
      </p:sp>
    </p:spTree>
    <p:extLst>
      <p:ext uri="{BB962C8B-B14F-4D97-AF65-F5344CB8AC3E}">
        <p14:creationId xmlns:p14="http://schemas.microsoft.com/office/powerpoint/2010/main" val="3734491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AF43E-539C-4D68-5716-903C015B4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415" y="302434"/>
            <a:ext cx="9144000" cy="835833"/>
          </a:xfrm>
        </p:spPr>
        <p:txBody>
          <a:bodyPr>
            <a:normAutofit fontScale="90000"/>
          </a:bodyPr>
          <a:lstStyle/>
          <a:p>
            <a:r>
              <a:rPr lang="pt-BR" dirty="0"/>
              <a:t>Lista 02 - Javascript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BCB11DA-CD37-7605-F201-5F558C915683}"/>
              </a:ext>
            </a:extLst>
          </p:cNvPr>
          <p:cNvSpPr txBox="1"/>
          <p:nvPr/>
        </p:nvSpPr>
        <p:spPr>
          <a:xfrm>
            <a:off x="543464" y="1545494"/>
            <a:ext cx="104120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5. Calculadora de Juros Simples</a:t>
            </a:r>
            <a:br>
              <a:rPr lang="pt-BR" dirty="0"/>
            </a:br>
            <a:r>
              <a:rPr lang="pt-BR" dirty="0"/>
              <a:t>Receba o </a:t>
            </a:r>
            <a:r>
              <a:rPr lang="pt-BR" b="1" dirty="0"/>
              <a:t>capital inicial</a:t>
            </a:r>
            <a:r>
              <a:rPr lang="pt-BR" dirty="0"/>
              <a:t>, a </a:t>
            </a:r>
            <a:r>
              <a:rPr lang="pt-BR" b="1" dirty="0"/>
              <a:t>taxa de juros (%)</a:t>
            </a:r>
            <a:r>
              <a:rPr lang="pt-BR" dirty="0"/>
              <a:t> e o </a:t>
            </a:r>
            <a:r>
              <a:rPr lang="pt-BR" b="1" dirty="0"/>
              <a:t>tempo (meses)</a:t>
            </a:r>
            <a:r>
              <a:rPr lang="pt-BR" dirty="0"/>
              <a:t> e calcule o </a:t>
            </a:r>
            <a:r>
              <a:rPr lang="pt-BR" b="1" dirty="0"/>
              <a:t>montante</a:t>
            </a:r>
            <a:r>
              <a:rPr lang="pt-BR" dirty="0"/>
              <a:t> usando a fórmula:</a:t>
            </a:r>
          </a:p>
          <a:p>
            <a:r>
              <a:rPr lang="pt-BR" dirty="0"/>
              <a:t>Valor = Capital ×(1+(juros × tempo)) </a:t>
            </a:r>
          </a:p>
          <a:p>
            <a:endParaRPr lang="pt-BR" b="1" dirty="0"/>
          </a:p>
          <a:p>
            <a:r>
              <a:rPr lang="pt-BR" b="1" dirty="0"/>
              <a:t>6. Cálculo do Peso Ideal</a:t>
            </a:r>
            <a:br>
              <a:rPr lang="pt-BR" dirty="0"/>
            </a:br>
            <a:r>
              <a:rPr lang="pt-BR" dirty="0"/>
              <a:t>Receba altura de uma pessoa e o sexo (masculino/feminino) e calcule o </a:t>
            </a:r>
            <a:r>
              <a:rPr lang="pt-BR" b="1" dirty="0"/>
              <a:t>peso ideal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Masculino: 72.7×h−5872.7</a:t>
            </a:r>
          </a:p>
          <a:p>
            <a:pPr lvl="1"/>
            <a:r>
              <a:rPr lang="pt-BR" dirty="0"/>
              <a:t>Feminino: 62.1×h−44.762.1</a:t>
            </a:r>
          </a:p>
          <a:p>
            <a:pPr lvl="1"/>
            <a:endParaRPr lang="pt-BR" b="1" dirty="0"/>
          </a:p>
          <a:p>
            <a:r>
              <a:rPr lang="pt-BR" b="1" dirty="0"/>
              <a:t>7. Verificação de Maioridade</a:t>
            </a:r>
            <a:br>
              <a:rPr lang="pt-BR" dirty="0"/>
            </a:br>
            <a:r>
              <a:rPr lang="pt-BR" dirty="0"/>
              <a:t>Receba a idade de uma pessoa e informe se ela é </a:t>
            </a:r>
            <a:r>
              <a:rPr lang="pt-BR" b="1" dirty="0"/>
              <a:t>maior de idade</a:t>
            </a:r>
            <a:r>
              <a:rPr lang="pt-BR" dirty="0"/>
              <a:t> (≥ 18 anos) ou </a:t>
            </a:r>
            <a:r>
              <a:rPr lang="pt-BR" b="1" dirty="0"/>
              <a:t>menor de idade</a:t>
            </a:r>
            <a:r>
              <a:rPr lang="pt-BR" dirty="0"/>
              <a:t>.</a:t>
            </a:r>
          </a:p>
          <a:p>
            <a:endParaRPr lang="pt-BR" b="1" dirty="0"/>
          </a:p>
          <a:p>
            <a:r>
              <a:rPr lang="pt-BR" b="1" dirty="0"/>
              <a:t>8. Cálculo de Média Ponderada</a:t>
            </a:r>
            <a:br>
              <a:rPr lang="pt-BR" dirty="0"/>
            </a:br>
            <a:r>
              <a:rPr lang="pt-BR" dirty="0"/>
              <a:t>Receba três notas de um aluno e seus respectivos </a:t>
            </a:r>
            <a:r>
              <a:rPr lang="pt-BR" b="1" dirty="0"/>
              <a:t>pesos</a:t>
            </a:r>
            <a:r>
              <a:rPr lang="pt-BR" dirty="0"/>
              <a:t>, calcule a </a:t>
            </a:r>
            <a:r>
              <a:rPr lang="pt-BR" b="1" dirty="0"/>
              <a:t>média ponderada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9911DE-0D94-8222-9F91-8027AE227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30" y="5759157"/>
            <a:ext cx="9420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MédiaP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(valor1×peso1+valor2×peso2+…+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valorN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×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pesoN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/ (peso1+peso2+…+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pesoN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2B7577-ABD4-9BB3-4644-6EB38162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706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AF43E-539C-4D68-5716-903C015B4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415" y="302434"/>
            <a:ext cx="9144000" cy="835833"/>
          </a:xfrm>
        </p:spPr>
        <p:txBody>
          <a:bodyPr>
            <a:normAutofit fontScale="90000"/>
          </a:bodyPr>
          <a:lstStyle/>
          <a:p>
            <a:r>
              <a:rPr lang="pt-BR" dirty="0"/>
              <a:t>Lista 02 - Javascript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BCB11DA-CD37-7605-F201-5F558C915683}"/>
              </a:ext>
            </a:extLst>
          </p:cNvPr>
          <p:cNvSpPr txBox="1"/>
          <p:nvPr/>
        </p:nvSpPr>
        <p:spPr>
          <a:xfrm>
            <a:off x="543464" y="1545494"/>
            <a:ext cx="104120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9. Cálculo do Consumo de Combustível</a:t>
            </a:r>
            <a:br>
              <a:rPr lang="pt-BR" dirty="0"/>
            </a:br>
            <a:r>
              <a:rPr lang="pt-BR" dirty="0"/>
              <a:t>Receba a </a:t>
            </a:r>
            <a:r>
              <a:rPr lang="pt-BR" b="1" dirty="0"/>
              <a:t>distância percorrida</a:t>
            </a:r>
            <a:r>
              <a:rPr lang="pt-BR" dirty="0"/>
              <a:t> (km) e o </a:t>
            </a:r>
            <a:r>
              <a:rPr lang="pt-BR" b="1" dirty="0"/>
              <a:t>consumo médio do carro</a:t>
            </a:r>
            <a:r>
              <a:rPr lang="pt-BR" dirty="0"/>
              <a:t> (km/l) e calcule quantos litros de combustível foram gastos.</a:t>
            </a:r>
          </a:p>
          <a:p>
            <a:endParaRPr lang="pt-BR" b="1" dirty="0"/>
          </a:p>
          <a:p>
            <a:r>
              <a:rPr lang="pt-BR" b="1" dirty="0"/>
              <a:t>10.Cálculo de Salário com Horas Extras</a:t>
            </a:r>
            <a:br>
              <a:rPr lang="pt-BR" dirty="0"/>
            </a:br>
            <a:r>
              <a:rPr lang="pt-BR" dirty="0"/>
              <a:t>Receba o salário base, número de horas extras e o valor da hora extra. Calcule o </a:t>
            </a:r>
            <a:r>
              <a:rPr lang="pt-BR" b="1" dirty="0"/>
              <a:t>salário total</a:t>
            </a:r>
            <a:r>
              <a:rPr lang="pt-BR" dirty="0"/>
              <a:t> incluindo as horas extras.</a:t>
            </a:r>
          </a:p>
          <a:p>
            <a:endParaRPr lang="pt-B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CB50FE-E6EC-3340-8A64-C11C9BA2A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63" y="3853818"/>
            <a:ext cx="948905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11.Cálculo de Desconto Progressivo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Receba o valor de uma compra e aplique descontos progressivos: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5% para compras até R$ 100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10% para compras entre R$ 101 e R$ 500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15% para compras acima de R$ 500</a:t>
            </a:r>
          </a:p>
        </p:txBody>
      </p:sp>
    </p:spTree>
    <p:extLst>
      <p:ext uri="{BB962C8B-B14F-4D97-AF65-F5344CB8AC3E}">
        <p14:creationId xmlns:p14="http://schemas.microsoft.com/office/powerpoint/2010/main" val="240478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AF43E-539C-4D68-5716-903C015B4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415" y="302434"/>
            <a:ext cx="9144000" cy="835833"/>
          </a:xfrm>
        </p:spPr>
        <p:txBody>
          <a:bodyPr>
            <a:normAutofit fontScale="90000"/>
          </a:bodyPr>
          <a:lstStyle/>
          <a:p>
            <a:r>
              <a:rPr lang="pt-BR" dirty="0"/>
              <a:t>Lista 02 - Javascript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947B36-0801-640E-9EB0-5FD9A2EFE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92" y="1977703"/>
            <a:ext cx="983859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12.Conversor de Tempo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Receba um valor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minutos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converta para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horas e minutos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 125 minutos → 2 horas e 5 minutos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latin typeface="Arial" panose="020B0604020202020204" pitchFamily="34" charset="0"/>
              </a:rPr>
              <a:t>13.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Cálculo do Índice de Rendimento de um Carro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Receba a distância percorrida (km) e a quantidade de combustível gasto (litros) e calcule o consumo médio (km/l).</a:t>
            </a:r>
          </a:p>
        </p:txBody>
      </p:sp>
    </p:spTree>
    <p:extLst>
      <p:ext uri="{BB962C8B-B14F-4D97-AF65-F5344CB8AC3E}">
        <p14:creationId xmlns:p14="http://schemas.microsoft.com/office/powerpoint/2010/main" val="29821254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482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Lista 02 - Javascript</vt:lpstr>
      <vt:lpstr>Lista 02 - Javascript</vt:lpstr>
      <vt:lpstr>Lista 02 - Javascript</vt:lpstr>
      <vt:lpstr>Lista 02 - 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Cristiane Pavei Fernandes</dc:creator>
  <cp:lastModifiedBy>Cristiane Pavei Fernandes</cp:lastModifiedBy>
  <cp:revision>3</cp:revision>
  <dcterms:created xsi:type="dcterms:W3CDTF">2025-10-30T18:04:15Z</dcterms:created>
  <dcterms:modified xsi:type="dcterms:W3CDTF">2025-11-04T19:17:26Z</dcterms:modified>
</cp:coreProperties>
</file>